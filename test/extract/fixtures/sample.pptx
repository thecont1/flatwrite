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greet the audience warmly and pause for laughs.</a:t>
            </a:r>
          </a:p>
          <a:p>
            <a:r>
              <a:t>Next: introduce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call to action and thank-yous.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one</a:t>
            </a:r>
          </a:p>
          <a:p>
            <a:r>
              <a:t>Item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